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>
        <p:scale>
          <a:sx n="100" d="100"/>
          <a:sy n="100" d="100"/>
        </p:scale>
        <p:origin x="1758" y="1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0A7B2-010D-9A4D-FABA-DCB8F58658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C6E686-7BD8-6EB5-D799-92B2F00424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32409-E71C-740E-37FC-E94B6B2CD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E760C-615B-4FB3-814A-95D1FEEE34E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EAAD9-EBD7-8F89-6692-892D99E28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FF24D8-7A86-96C1-F47D-FF8C5B661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A41C7-A94F-4BF6-9439-40B9A5790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636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463BD-C4C2-14A3-047F-9BEDA0486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17353-AA1C-1DC2-149C-0008621FA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BBE064-0A2C-F9C2-9272-5A36D8664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E760C-615B-4FB3-814A-95D1FEEE34E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1EA77-107A-A96F-F6E2-68F59A1A8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CEF382-B2AA-E681-956E-658DB2C3F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A41C7-A94F-4BF6-9439-40B9A5790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284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43B63-950A-4A0E-F3A6-6E507D458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47FED8-B8F7-90DF-769F-E50B6B52F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57F7A0-B3D1-64F3-6FFD-FB032BB82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E760C-615B-4FB3-814A-95D1FEEE34E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3CA26-D1D7-DD14-A153-5FCA6E922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864D4-A104-2305-420E-3834D3C9D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A41C7-A94F-4BF6-9439-40B9A5790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076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0EF62-C3D7-7778-3917-490CA0B16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FF302-307B-BF3B-86D6-4913F742AF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3B1715-53EF-7957-D209-02DE65D8D9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9A1507-3CFD-F01E-991D-308556AF0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E760C-615B-4FB3-814A-95D1FEEE34E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7539E4-93EE-1A69-1F61-69DDEB9DD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FFD4F4-1A4E-C1AE-78C3-88211FB36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A41C7-A94F-4BF6-9439-40B9A5790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369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22770-ED1E-5844-6923-EBFC54A2B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E97C8-AC2B-BCAB-5B19-78742C7C0D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5D5E74-F4D3-2DF0-FA48-ED38641CAA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FC8171-39DD-D56C-35EB-E31BE8F339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2D540D-6AE5-DA15-A33A-7C166895D3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087CA1-D458-A529-3529-5C9C3BE65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E760C-615B-4FB3-814A-95D1FEEE34E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A7ED1A-549B-048B-FA72-CED0E6AB6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66BF18-4527-E184-4EC0-632181D4B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A41C7-A94F-4BF6-9439-40B9A5790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632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3B9F2-EFC4-57EA-444F-CD1284084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2A94B6-24EA-E6BE-FB8C-79608B548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E760C-615B-4FB3-814A-95D1FEEE34E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3CA4C7-91E9-5D98-DC99-E0C5788B9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AC0AE7-CF60-3AF0-B4C6-6AA8F91F8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A41C7-A94F-4BF6-9439-40B9A5790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050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834F89-266E-9692-C949-ABFC8DC6F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E760C-615B-4FB3-814A-95D1FEEE34E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E33AAF-0DEF-0A6A-8EF6-94FB93D5D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B30F28-1209-53B6-3493-5F0E58886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A41C7-A94F-4BF6-9439-40B9A5790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04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87841-0FB3-CF06-ED06-03F29496A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81578-5386-2378-FE83-BC902C23A7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8A0CB8-21B5-D458-28DA-5E3FF4C37F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127AA9-6AA5-C626-722F-E784C468B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E760C-615B-4FB3-814A-95D1FEEE34E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B89489-ECEE-24D4-8B1D-19434E633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69E1D6-D6B8-9AF6-DDA7-9D13E67D1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A41C7-A94F-4BF6-9439-40B9A5790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89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A5740-15F5-C5B5-4528-287A1AAFB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CDC0ED-EFC1-36DE-77BC-11233683B2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5B5788-A9E6-DF74-4DDE-2F330F385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1A8910-B26D-C154-6233-B2F9D9EF3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E760C-615B-4FB3-814A-95D1FEEE34E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15B7C3-5411-7F54-1997-303365EB2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40E735-22F5-BE90-C4CE-978385E4F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A41C7-A94F-4BF6-9439-40B9A5790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509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2CBFA-050E-636B-7C39-C88992F4A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744101-386A-E566-E05B-614041ECC4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3D7262-EB65-5813-B41A-72B9D0A05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E760C-615B-4FB3-814A-95D1FEEE34E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739ED-9A82-A5B4-1B25-F7A84799E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23683-ACEB-3772-FED2-410EABF19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A41C7-A94F-4BF6-9439-40B9A5790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694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12688E-2E01-66C2-08DE-E8DC4779F1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0CC44D-2C67-326F-FC85-653804E073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96BA2-36F8-0221-A05C-7C2BB475C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E760C-615B-4FB3-814A-95D1FEEE34E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04D27-C447-4E00-FAD8-3DDB29515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BC18F-D413-5645-9D35-52FBB3804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A41C7-A94F-4BF6-9439-40B9A5790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177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25B321-194E-03C2-09F1-4FE41F2BA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078762-DA18-3C19-CCA8-362A3E916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C8A355-12DD-0695-CD34-749044AC8D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6E760C-615B-4FB3-814A-95D1FEEE34E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5C4605-E1C1-79A5-984D-EFD22C1A5A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04E034-F92F-FEC3-2B31-58311F9A06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5A41C7-A94F-4BF6-9439-40B9A5790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699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349ECCC-06CA-57A4-A478-C137D585AC20}"/>
              </a:ext>
            </a:extLst>
          </p:cNvPr>
          <p:cNvSpPr txBox="1"/>
          <p:nvPr/>
        </p:nvSpPr>
        <p:spPr>
          <a:xfrm>
            <a:off x="4371975" y="2615908"/>
            <a:ext cx="67532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Mod-O-Matic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A0969F-72DD-991C-8D79-3833A1421E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254" y="1552575"/>
            <a:ext cx="3326996" cy="33269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6DC1152-0077-021B-F6A3-AFE29857C4C3}"/>
              </a:ext>
            </a:extLst>
          </p:cNvPr>
          <p:cNvSpPr txBox="1"/>
          <p:nvPr/>
        </p:nvSpPr>
        <p:spPr>
          <a:xfrm>
            <a:off x="5348288" y="3429000"/>
            <a:ext cx="67532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Toolset</a:t>
            </a:r>
          </a:p>
        </p:txBody>
      </p:sp>
    </p:spTree>
    <p:extLst>
      <p:ext uri="{BB962C8B-B14F-4D97-AF65-F5344CB8AC3E}">
        <p14:creationId xmlns:p14="http://schemas.microsoft.com/office/powerpoint/2010/main" val="3658750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BADBD7-AD7F-CFE3-B4E8-7DCEEB976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318A8D5-5CA9-FD0B-FC6F-39A7E02E4F1B}"/>
              </a:ext>
            </a:extLst>
          </p:cNvPr>
          <p:cNvSpPr txBox="1"/>
          <p:nvPr/>
        </p:nvSpPr>
        <p:spPr>
          <a:xfrm>
            <a:off x="4852987" y="2161996"/>
            <a:ext cx="67532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Mod-O-Matic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B2F1CF2-530F-99FC-C153-4A484A665C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138" y="1047750"/>
            <a:ext cx="4629150" cy="46291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82987B3-2ABC-1F71-3BD4-527ABB58F63C}"/>
              </a:ext>
            </a:extLst>
          </p:cNvPr>
          <p:cNvSpPr txBox="1"/>
          <p:nvPr/>
        </p:nvSpPr>
        <p:spPr>
          <a:xfrm>
            <a:off x="5748338" y="3212864"/>
            <a:ext cx="67532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Toolset</a:t>
            </a:r>
          </a:p>
        </p:txBody>
      </p:sp>
    </p:spTree>
    <p:extLst>
      <p:ext uri="{BB962C8B-B14F-4D97-AF65-F5344CB8AC3E}">
        <p14:creationId xmlns:p14="http://schemas.microsoft.com/office/powerpoint/2010/main" val="1985689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Cascadia Mono SemiBold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1</cp:revision>
  <dcterms:created xsi:type="dcterms:W3CDTF">2026-04-20T17:14:29Z</dcterms:created>
  <dcterms:modified xsi:type="dcterms:W3CDTF">2026-04-20T17:20:07Z</dcterms:modified>
</cp:coreProperties>
</file>